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15124113" cy="21388388"/>
  <p:notesSz cx="6858000" cy="9144000"/>
  <p:defaultTextStyle>
    <a:defPPr>
      <a:defRPr lang="nb-NO"/>
    </a:defPPr>
    <a:lvl1pPr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646709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1293419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940128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2586838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3233547" algn="l" defTabSz="646709" rtl="0" eaLnBrk="1" latinLnBrk="0" hangingPunct="1"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6pPr>
    <a:lvl7pPr marL="3880256" algn="l" defTabSz="646709" rtl="0" eaLnBrk="1" latinLnBrk="0" hangingPunct="1"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7pPr>
    <a:lvl8pPr marL="4526966" algn="l" defTabSz="646709" rtl="0" eaLnBrk="1" latinLnBrk="0" hangingPunct="1"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8pPr>
    <a:lvl9pPr marL="5173675" algn="l" defTabSz="646709" rtl="0" eaLnBrk="1" latinLnBrk="0" hangingPunct="1">
      <a:defRPr sz="3400" kern="1200">
        <a:solidFill>
          <a:schemeClr val="tx1"/>
        </a:solidFill>
        <a:latin typeface="Times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6">
          <p15:clr>
            <a:srgbClr val="A4A3A4"/>
          </p15:clr>
        </p15:guide>
        <p15:guide id="2" pos="4763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F5000D-6C6A-351E-92FD-78B550A647F0}" name="Elisabella Hjelpdahl" initials="EH" userId="S::elishje@ntnu.no::52bd983b-f0dd-482e-93b6-7e18d6a2ecea" providerId="AD"/>
  <p188:author id="{9FE1492C-738D-66F0-2C32-E0166B58490D}" name="Benjamin Bradaric" initials="BB" userId="S::benjbra@ntnu.no::773163c9-1101-4fe3-82e7-83d3c1694c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9E5"/>
    <a:srgbClr val="C9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EC585-1F99-9C40-91D3-1B9CEEC8F13F}" v="67" dt="2025-03-26T12:46:15.221"/>
    <p1510:client id="{43C34A93-D0F6-3D61-977D-6423D1D7FB4F}" v="551" dt="2025-03-25T21:41:25.349"/>
    <p1510:client id="{B3EF8945-1496-10D5-CCB1-D270541F3328}" v="311" dt="2025-03-25T21:47:23.112"/>
    <p1510:client id="{F890EFEA-3A5D-9C3E-22E8-EB62A5278DC0}" v="1" dt="2025-03-26T08:26:59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848"/>
    <p:restoredTop sz="94623"/>
  </p:normalViewPr>
  <p:slideViewPr>
    <p:cSldViewPr snapToGrid="0">
      <p:cViewPr>
        <p:scale>
          <a:sx n="33" d="100"/>
          <a:sy n="33" d="100"/>
        </p:scale>
        <p:origin x="3016" y="200"/>
      </p:cViewPr>
      <p:guideLst>
        <p:guide orient="horz" pos="6736"/>
        <p:guide pos="47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vin Andreas Haaland Sandberg" userId="S::easandbe@ntnu.no::6ddbe5c0-ab3b-4286-ba5c-142a2d9fff5e" providerId="AD" clId="Web-{B3EF8945-1496-10D5-CCB1-D270541F3328}"/>
    <pc:docChg chg="modSld">
      <pc:chgData name="Edvin Andreas Haaland Sandberg" userId="S::easandbe@ntnu.no::6ddbe5c0-ab3b-4286-ba5c-142a2d9fff5e" providerId="AD" clId="Web-{B3EF8945-1496-10D5-CCB1-D270541F3328}" dt="2025-03-25T21:47:23.112" v="311" actId="20577"/>
      <pc:docMkLst>
        <pc:docMk/>
      </pc:docMkLst>
      <pc:sldChg chg="addSp delSp modSp">
        <pc:chgData name="Edvin Andreas Haaland Sandberg" userId="S::easandbe@ntnu.no::6ddbe5c0-ab3b-4286-ba5c-142a2d9fff5e" providerId="AD" clId="Web-{B3EF8945-1496-10D5-CCB1-D270541F3328}" dt="2025-03-25T21:47:23.112" v="311" actId="20577"/>
        <pc:sldMkLst>
          <pc:docMk/>
          <pc:sldMk cId="0" sldId="256"/>
        </pc:sldMkLst>
        <pc:spChg chg="add del mod">
          <ac:chgData name="Edvin Andreas Haaland Sandberg" userId="S::easandbe@ntnu.no::6ddbe5c0-ab3b-4286-ba5c-142a2d9fff5e" providerId="AD" clId="Web-{B3EF8945-1496-10D5-CCB1-D270541F3328}" dt="2025-03-25T21:24:56.227" v="9"/>
          <ac:spMkLst>
            <pc:docMk/>
            <pc:sldMk cId="0" sldId="256"/>
            <ac:spMk id="12" creationId="{528636A9-EE77-9BC7-602A-DB914EC22713}"/>
          </ac:spMkLst>
        </pc:spChg>
        <pc:spChg chg="mod">
          <ac:chgData name="Edvin Andreas Haaland Sandberg" userId="S::easandbe@ntnu.no::6ddbe5c0-ab3b-4286-ba5c-142a2d9fff5e" providerId="AD" clId="Web-{B3EF8945-1496-10D5-CCB1-D270541F3328}" dt="2025-03-25T21:47:23.112" v="311" actId="20577"/>
          <ac:spMkLst>
            <pc:docMk/>
            <pc:sldMk cId="0" sldId="256"/>
            <ac:spMk id="26" creationId="{66FF549B-2531-55AF-F11E-53A2D843C503}"/>
          </ac:spMkLst>
        </pc:spChg>
        <pc:picChg chg="add mod">
          <ac:chgData name="Edvin Andreas Haaland Sandberg" userId="S::easandbe@ntnu.no::6ddbe5c0-ab3b-4286-ba5c-142a2d9fff5e" providerId="AD" clId="Web-{B3EF8945-1496-10D5-CCB1-D270541F3328}" dt="2025-03-25T21:05:16.054" v="5" actId="1076"/>
          <ac:picMkLst>
            <pc:docMk/>
            <pc:sldMk cId="0" sldId="256"/>
            <ac:picMk id="5" creationId="{7759D878-0CAF-96C2-4E3E-64F930853215}"/>
          </ac:picMkLst>
        </pc:picChg>
        <pc:picChg chg="mod modCrop">
          <ac:chgData name="Edvin Andreas Haaland Sandberg" userId="S::easandbe@ntnu.no::6ddbe5c0-ab3b-4286-ba5c-142a2d9fff5e" providerId="AD" clId="Web-{B3EF8945-1496-10D5-CCB1-D270541F3328}" dt="2025-03-25T21:32:07.311" v="55" actId="1076"/>
          <ac:picMkLst>
            <pc:docMk/>
            <pc:sldMk cId="0" sldId="256"/>
            <ac:picMk id="6" creationId="{0B46B02D-F3A9-4D2B-07B5-0EFB434380EF}"/>
          </ac:picMkLst>
        </pc:picChg>
      </pc:sldChg>
    </pc:docChg>
  </pc:docChgLst>
  <pc:docChgLst>
    <pc:chgData name="Elisabella Hjelpdahl" userId="52bd983b-f0dd-482e-93b6-7e18d6a2ecea" providerId="ADAL" clId="{099EC585-1F99-9C40-91D3-1B9CEEC8F13F}"/>
    <pc:docChg chg="undo custSel modSld">
      <pc:chgData name="Elisabella Hjelpdahl" userId="52bd983b-f0dd-482e-93b6-7e18d6a2ecea" providerId="ADAL" clId="{099EC585-1F99-9C40-91D3-1B9CEEC8F13F}" dt="2025-03-26T12:46:15.221" v="558"/>
      <pc:docMkLst>
        <pc:docMk/>
      </pc:docMkLst>
      <pc:sldChg chg="addSp delSp modSp mod setBg">
        <pc:chgData name="Elisabella Hjelpdahl" userId="52bd983b-f0dd-482e-93b6-7e18d6a2ecea" providerId="ADAL" clId="{099EC585-1F99-9C40-91D3-1B9CEEC8F13F}" dt="2025-03-26T12:46:15.221" v="558"/>
        <pc:sldMkLst>
          <pc:docMk/>
          <pc:sldMk cId="0" sldId="256"/>
        </pc:sldMkLst>
        <pc:spChg chg="add del mod">
          <ac:chgData name="Elisabella Hjelpdahl" userId="52bd983b-f0dd-482e-93b6-7e18d6a2ecea" providerId="ADAL" clId="{099EC585-1F99-9C40-91D3-1B9CEEC8F13F}" dt="2025-03-25T14:05:15.593" v="50"/>
          <ac:spMkLst>
            <pc:docMk/>
            <pc:sldMk cId="0" sldId="256"/>
            <ac:spMk id="2" creationId="{7F535557-9DDF-D4F2-4D4D-6EB1DBC96F6A}"/>
          </ac:spMkLst>
        </pc:spChg>
        <pc:spChg chg="add del mod">
          <ac:chgData name="Elisabella Hjelpdahl" userId="52bd983b-f0dd-482e-93b6-7e18d6a2ecea" providerId="ADAL" clId="{099EC585-1F99-9C40-91D3-1B9CEEC8F13F}" dt="2025-03-25T14:05:26.664" v="53"/>
          <ac:spMkLst>
            <pc:docMk/>
            <pc:sldMk cId="0" sldId="256"/>
            <ac:spMk id="3" creationId="{0947E042-D6D4-D046-9117-53F7C5003B44}"/>
          </ac:spMkLst>
        </pc:spChg>
        <pc:spChg chg="add mod">
          <ac:chgData name="Elisabella Hjelpdahl" userId="52bd983b-f0dd-482e-93b6-7e18d6a2ecea" providerId="ADAL" clId="{099EC585-1F99-9C40-91D3-1B9CEEC8F13F}" dt="2025-03-25T22:06:03.090" v="223" actId="208"/>
          <ac:spMkLst>
            <pc:docMk/>
            <pc:sldMk cId="0" sldId="256"/>
            <ac:spMk id="7" creationId="{20A9901B-2569-E6AC-5A5F-B953AC9CB34A}"/>
          </ac:spMkLst>
        </pc:spChg>
        <pc:spChg chg="mod">
          <ac:chgData name="Elisabella Hjelpdahl" userId="52bd983b-f0dd-482e-93b6-7e18d6a2ecea" providerId="ADAL" clId="{099EC585-1F99-9C40-91D3-1B9CEEC8F13F}" dt="2025-03-25T22:05:38.171" v="215" actId="208"/>
          <ac:spMkLst>
            <pc:docMk/>
            <pc:sldMk cId="0" sldId="256"/>
            <ac:spMk id="10" creationId="{3967CEFD-DA46-F542-859C-0E01052C478B}"/>
          </ac:spMkLst>
        </pc:spChg>
        <pc:spChg chg="mod">
          <ac:chgData name="Elisabella Hjelpdahl" userId="52bd983b-f0dd-482e-93b6-7e18d6a2ecea" providerId="ADAL" clId="{099EC585-1F99-9C40-91D3-1B9CEEC8F13F}" dt="2025-03-25T22:05:42.173" v="217" actId="208"/>
          <ac:spMkLst>
            <pc:docMk/>
            <pc:sldMk cId="0" sldId="256"/>
            <ac:spMk id="11" creationId="{CBE37167-1A05-D245-956F-957795C69749}"/>
          </ac:spMkLst>
        </pc:spChg>
        <pc:spChg chg="mod">
          <ac:chgData name="Elisabella Hjelpdahl" userId="52bd983b-f0dd-482e-93b6-7e18d6a2ecea" providerId="ADAL" clId="{099EC585-1F99-9C40-91D3-1B9CEEC8F13F}" dt="2025-03-25T22:05:40.157" v="216" actId="208"/>
          <ac:spMkLst>
            <pc:docMk/>
            <pc:sldMk cId="0" sldId="256"/>
            <ac:spMk id="14" creationId="{C5F15D44-6275-6748-253E-3F6819B41A04}"/>
          </ac:spMkLst>
        </pc:spChg>
        <pc:spChg chg="mod">
          <ac:chgData name="Elisabella Hjelpdahl" userId="52bd983b-f0dd-482e-93b6-7e18d6a2ecea" providerId="ADAL" clId="{099EC585-1F99-9C40-91D3-1B9CEEC8F13F}" dt="2025-03-25T22:05:55.406" v="222" actId="208"/>
          <ac:spMkLst>
            <pc:docMk/>
            <pc:sldMk cId="0" sldId="256"/>
            <ac:spMk id="26" creationId="{66FF549B-2531-55AF-F11E-53A2D843C503}"/>
          </ac:spMkLst>
        </pc:spChg>
        <pc:spChg chg="mod">
          <ac:chgData name="Elisabella Hjelpdahl" userId="52bd983b-f0dd-482e-93b6-7e18d6a2ecea" providerId="ADAL" clId="{099EC585-1F99-9C40-91D3-1B9CEEC8F13F}" dt="2025-03-25T22:05:44.490" v="218" actId="208"/>
          <ac:spMkLst>
            <pc:docMk/>
            <pc:sldMk cId="0" sldId="256"/>
            <ac:spMk id="39" creationId="{2FD7875B-78A4-AB83-3994-B056B6A82CB8}"/>
          </ac:spMkLst>
        </pc:spChg>
        <pc:spChg chg="mod">
          <ac:chgData name="Elisabella Hjelpdahl" userId="52bd983b-f0dd-482e-93b6-7e18d6a2ecea" providerId="ADAL" clId="{099EC585-1F99-9C40-91D3-1B9CEEC8F13F}" dt="2025-03-25T22:05:50.248" v="220" actId="208"/>
          <ac:spMkLst>
            <pc:docMk/>
            <pc:sldMk cId="0" sldId="256"/>
            <ac:spMk id="40" creationId="{4EDF5CE3-43E6-4A02-D6A7-CF15FC293115}"/>
          </ac:spMkLst>
        </pc:spChg>
        <pc:spChg chg="mod">
          <ac:chgData name="Elisabella Hjelpdahl" userId="52bd983b-f0dd-482e-93b6-7e18d6a2ecea" providerId="ADAL" clId="{099EC585-1F99-9C40-91D3-1B9CEEC8F13F}" dt="2025-03-25T22:10:39.716" v="362" actId="20577"/>
          <ac:spMkLst>
            <pc:docMk/>
            <pc:sldMk cId="0" sldId="256"/>
            <ac:spMk id="42" creationId="{9C33300D-C0C3-CBEC-FA8A-36BD68CBE3CC}"/>
          </ac:spMkLst>
        </pc:spChg>
        <pc:spChg chg="mod">
          <ac:chgData name="Elisabella Hjelpdahl" userId="52bd983b-f0dd-482e-93b6-7e18d6a2ecea" providerId="ADAL" clId="{099EC585-1F99-9C40-91D3-1B9CEEC8F13F}" dt="2025-03-25T22:05:47.607" v="219" actId="208"/>
          <ac:spMkLst>
            <pc:docMk/>
            <pc:sldMk cId="0" sldId="256"/>
            <ac:spMk id="43" creationId="{D508B9D5-ED70-A963-C508-AAE86310244B}"/>
          </ac:spMkLst>
        </pc:spChg>
        <pc:graphicFrameChg chg="mod modGraphic">
          <ac:chgData name="Elisabella Hjelpdahl" userId="52bd983b-f0dd-482e-93b6-7e18d6a2ecea" providerId="ADAL" clId="{099EC585-1F99-9C40-91D3-1B9CEEC8F13F}" dt="2025-03-26T12:20:42.563" v="478" actId="20577"/>
          <ac:graphicFrameMkLst>
            <pc:docMk/>
            <pc:sldMk cId="0" sldId="256"/>
            <ac:graphicFrameMk id="4" creationId="{38C5BCB6-1129-B29B-91CD-9BF7128DE0B2}"/>
          </ac:graphicFrameMkLst>
        </pc:graphicFrameChg>
        <pc:picChg chg="mod">
          <ac:chgData name="Elisabella Hjelpdahl" userId="52bd983b-f0dd-482e-93b6-7e18d6a2ecea" providerId="ADAL" clId="{099EC585-1F99-9C40-91D3-1B9CEEC8F13F}" dt="2025-03-26T12:40:58.722" v="528" actId="14100"/>
          <ac:picMkLst>
            <pc:docMk/>
            <pc:sldMk cId="0" sldId="256"/>
            <ac:picMk id="2" creationId="{87606870-2808-8239-0369-95B606152557}"/>
          </ac:picMkLst>
        </pc:picChg>
        <pc:picChg chg="del">
          <ac:chgData name="Elisabella Hjelpdahl" userId="52bd983b-f0dd-482e-93b6-7e18d6a2ecea" providerId="ADAL" clId="{099EC585-1F99-9C40-91D3-1B9CEEC8F13F}" dt="2025-03-25T22:11:13.004" v="367" actId="478"/>
          <ac:picMkLst>
            <pc:docMk/>
            <pc:sldMk cId="0" sldId="256"/>
            <ac:picMk id="3" creationId="{1669150B-DA12-ADF1-582A-C4801767853B}"/>
          </ac:picMkLst>
        </pc:picChg>
        <pc:picChg chg="add del mod">
          <ac:chgData name="Elisabella Hjelpdahl" userId="52bd983b-f0dd-482e-93b6-7e18d6a2ecea" providerId="ADAL" clId="{099EC585-1F99-9C40-91D3-1B9CEEC8F13F}" dt="2025-03-26T12:02:21.386" v="417" actId="478"/>
          <ac:picMkLst>
            <pc:docMk/>
            <pc:sldMk cId="0" sldId="256"/>
            <ac:picMk id="3" creationId="{7E4A84DB-A4B8-1B19-E94A-ABE6153C4932}"/>
          </ac:picMkLst>
        </pc:picChg>
        <pc:picChg chg="add del mod">
          <ac:chgData name="Elisabella Hjelpdahl" userId="52bd983b-f0dd-482e-93b6-7e18d6a2ecea" providerId="ADAL" clId="{099EC585-1F99-9C40-91D3-1B9CEEC8F13F}" dt="2025-03-26T12:11:49.751" v="425" actId="478"/>
          <ac:picMkLst>
            <pc:docMk/>
            <pc:sldMk cId="0" sldId="256"/>
            <ac:picMk id="5" creationId="{1313E47D-4B69-786C-357B-EBF380B1E5C7}"/>
          </ac:picMkLst>
        </pc:picChg>
        <pc:picChg chg="del">
          <ac:chgData name="Elisabella Hjelpdahl" userId="52bd983b-f0dd-482e-93b6-7e18d6a2ecea" providerId="ADAL" clId="{099EC585-1F99-9C40-91D3-1B9CEEC8F13F}" dt="2025-03-25T22:11:34.785" v="370" actId="478"/>
          <ac:picMkLst>
            <pc:docMk/>
            <pc:sldMk cId="0" sldId="256"/>
            <ac:picMk id="5" creationId="{7759D878-0CAF-96C2-4E3E-64F930853215}"/>
          </ac:picMkLst>
        </pc:picChg>
        <pc:picChg chg="del mod">
          <ac:chgData name="Elisabella Hjelpdahl" userId="52bd983b-f0dd-482e-93b6-7e18d6a2ecea" providerId="ADAL" clId="{099EC585-1F99-9C40-91D3-1B9CEEC8F13F}" dt="2025-03-25T22:00:56.677" v="146" actId="478"/>
          <ac:picMkLst>
            <pc:docMk/>
            <pc:sldMk cId="0" sldId="256"/>
            <ac:picMk id="6" creationId="{0B46B02D-F3A9-4D2B-07B5-0EFB434380EF}"/>
          </ac:picMkLst>
        </pc:picChg>
        <pc:picChg chg="add del mod">
          <ac:chgData name="Elisabella Hjelpdahl" userId="52bd983b-f0dd-482e-93b6-7e18d6a2ecea" providerId="ADAL" clId="{099EC585-1F99-9C40-91D3-1B9CEEC8F13F}" dt="2025-03-26T12:11:48.730" v="424" actId="478"/>
          <ac:picMkLst>
            <pc:docMk/>
            <pc:sldMk cId="0" sldId="256"/>
            <ac:picMk id="6" creationId="{C494EBC5-0D48-C9CD-B8B7-CC01AE03B694}"/>
          </ac:picMkLst>
        </pc:picChg>
        <pc:picChg chg="add del mod">
          <ac:chgData name="Elisabella Hjelpdahl" userId="52bd983b-f0dd-482e-93b6-7e18d6a2ecea" providerId="ADAL" clId="{099EC585-1F99-9C40-91D3-1B9CEEC8F13F}" dt="2025-03-25T22:17:47.678" v="414" actId="478"/>
          <ac:picMkLst>
            <pc:docMk/>
            <pc:sldMk cId="0" sldId="256"/>
            <ac:picMk id="8" creationId="{112ED788-CC32-DCEF-DEDC-5A63F41CC6A6}"/>
          </ac:picMkLst>
        </pc:picChg>
        <pc:picChg chg="add del mod">
          <ac:chgData name="Elisabella Hjelpdahl" userId="52bd983b-f0dd-482e-93b6-7e18d6a2ecea" providerId="ADAL" clId="{099EC585-1F99-9C40-91D3-1B9CEEC8F13F}" dt="2025-03-26T12:11:50.700" v="426" actId="478"/>
          <ac:picMkLst>
            <pc:docMk/>
            <pc:sldMk cId="0" sldId="256"/>
            <ac:picMk id="8" creationId="{33192AA4-AE95-9750-1B5E-DA783E3E8FE3}"/>
          </ac:picMkLst>
        </pc:picChg>
        <pc:picChg chg="add mod">
          <ac:chgData name="Elisabella Hjelpdahl" userId="52bd983b-f0dd-482e-93b6-7e18d6a2ecea" providerId="ADAL" clId="{099EC585-1F99-9C40-91D3-1B9CEEC8F13F}" dt="2025-03-25T21:12:05.859" v="78"/>
          <ac:picMkLst>
            <pc:docMk/>
            <pc:sldMk cId="0" sldId="256"/>
            <ac:picMk id="9" creationId="{0B46B02D-F3A9-4D2B-07B5-0EFB434380EF}"/>
          </ac:picMkLst>
        </pc:picChg>
        <pc:picChg chg="add del mod">
          <ac:chgData name="Elisabella Hjelpdahl" userId="52bd983b-f0dd-482e-93b6-7e18d6a2ecea" providerId="ADAL" clId="{099EC585-1F99-9C40-91D3-1B9CEEC8F13F}" dt="2025-03-25T22:17:45.735" v="413" actId="478"/>
          <ac:picMkLst>
            <pc:docMk/>
            <pc:sldMk cId="0" sldId="256"/>
            <ac:picMk id="9" creationId="{2BF4176F-941F-F3CF-6863-85BEBCD2B97D}"/>
          </ac:picMkLst>
        </pc:picChg>
        <pc:picChg chg="add mod">
          <ac:chgData name="Elisabella Hjelpdahl" userId="52bd983b-f0dd-482e-93b6-7e18d6a2ecea" providerId="ADAL" clId="{099EC585-1F99-9C40-91D3-1B9CEEC8F13F}" dt="2025-03-26T12:39:59.580" v="514" actId="1076"/>
          <ac:picMkLst>
            <pc:docMk/>
            <pc:sldMk cId="0" sldId="256"/>
            <ac:picMk id="9" creationId="{CD3CD321-4150-0C45-AC26-8C6C2D584B57}"/>
          </ac:picMkLst>
        </pc:picChg>
        <pc:picChg chg="add mod">
          <ac:chgData name="Elisabella Hjelpdahl" userId="52bd983b-f0dd-482e-93b6-7e18d6a2ecea" providerId="ADAL" clId="{099EC585-1F99-9C40-91D3-1B9CEEC8F13F}" dt="2025-03-26T12:40:12.879" v="518" actId="1076"/>
          <ac:picMkLst>
            <pc:docMk/>
            <pc:sldMk cId="0" sldId="256"/>
            <ac:picMk id="12" creationId="{0E8630EF-C889-87D8-052A-09CC61CF1DBB}"/>
          </ac:picMkLst>
        </pc:picChg>
        <pc:picChg chg="add del mod">
          <ac:chgData name="Elisabella Hjelpdahl" userId="52bd983b-f0dd-482e-93b6-7e18d6a2ecea" providerId="ADAL" clId="{099EC585-1F99-9C40-91D3-1B9CEEC8F13F}" dt="2025-03-25T22:17:44.303" v="412" actId="478"/>
          <ac:picMkLst>
            <pc:docMk/>
            <pc:sldMk cId="0" sldId="256"/>
            <ac:picMk id="12" creationId="{5B97A341-09E4-8E23-95A9-400B800D855F}"/>
          </ac:picMkLst>
        </pc:picChg>
        <pc:picChg chg="add mod">
          <ac:chgData name="Elisabella Hjelpdahl" userId="52bd983b-f0dd-482e-93b6-7e18d6a2ecea" providerId="ADAL" clId="{099EC585-1F99-9C40-91D3-1B9CEEC8F13F}" dt="2025-03-26T12:40:22.071" v="521" actId="14100"/>
          <ac:picMkLst>
            <pc:docMk/>
            <pc:sldMk cId="0" sldId="256"/>
            <ac:picMk id="13" creationId="{BE7A70F9-BA0F-2B66-F41C-48C81A66D983}"/>
          </ac:picMkLst>
        </pc:picChg>
        <pc:picChg chg="add del mod">
          <ac:chgData name="Elisabella Hjelpdahl" userId="52bd983b-f0dd-482e-93b6-7e18d6a2ecea" providerId="ADAL" clId="{099EC585-1F99-9C40-91D3-1B9CEEC8F13F}" dt="2025-03-26T12:32:08.450" v="499" actId="478"/>
          <ac:picMkLst>
            <pc:docMk/>
            <pc:sldMk cId="0" sldId="256"/>
            <ac:picMk id="16" creationId="{04A73344-4E07-9A35-AA95-36772E75BC6D}"/>
          </ac:picMkLst>
        </pc:picChg>
        <pc:picChg chg="add mod">
          <ac:chgData name="Elisabella Hjelpdahl" userId="52bd983b-f0dd-482e-93b6-7e18d6a2ecea" providerId="ADAL" clId="{099EC585-1F99-9C40-91D3-1B9CEEC8F13F}" dt="2025-03-26T12:40:40.201" v="524" actId="14100"/>
          <ac:picMkLst>
            <pc:docMk/>
            <pc:sldMk cId="0" sldId="256"/>
            <ac:picMk id="17" creationId="{FCC8D20E-D344-F45B-F672-940DB86844FC}"/>
          </ac:picMkLst>
        </pc:picChg>
        <pc:picChg chg="add mod">
          <ac:chgData name="Elisabella Hjelpdahl" userId="52bd983b-f0dd-482e-93b6-7e18d6a2ecea" providerId="ADAL" clId="{099EC585-1F99-9C40-91D3-1B9CEEC8F13F}" dt="2025-03-26T12:45:29.286" v="539" actId="1076"/>
          <ac:picMkLst>
            <pc:docMk/>
            <pc:sldMk cId="0" sldId="256"/>
            <ac:picMk id="18" creationId="{C71C8D52-6328-A5B0-BDDE-14E90E8E406B}"/>
          </ac:picMkLst>
        </pc:picChg>
        <pc:picChg chg="mod">
          <ac:chgData name="Elisabella Hjelpdahl" userId="52bd983b-f0dd-482e-93b6-7e18d6a2ecea" providerId="ADAL" clId="{099EC585-1F99-9C40-91D3-1B9CEEC8F13F}" dt="2025-03-25T22:06:23.131" v="225" actId="14100"/>
          <ac:picMkLst>
            <pc:docMk/>
            <pc:sldMk cId="0" sldId="256"/>
            <ac:picMk id="44" creationId="{16681A3A-E30A-EA1D-F9DF-DB34FC8CB141}"/>
          </ac:picMkLst>
        </pc:picChg>
        <pc:picChg chg="del mod">
          <ac:chgData name="Elisabella Hjelpdahl" userId="52bd983b-f0dd-482e-93b6-7e18d6a2ecea" providerId="ADAL" clId="{099EC585-1F99-9C40-91D3-1B9CEEC8F13F}" dt="2025-03-25T22:11:01.853" v="364" actId="478"/>
          <ac:picMkLst>
            <pc:docMk/>
            <pc:sldMk cId="0" sldId="256"/>
            <ac:picMk id="45" creationId="{BC1C7E26-5461-D6BA-041C-78AF940811E7}"/>
          </ac:picMkLst>
        </pc:picChg>
        <pc:picChg chg="add del mod">
          <ac:chgData name="Elisabella Hjelpdahl" userId="52bd983b-f0dd-482e-93b6-7e18d6a2ecea" providerId="ADAL" clId="{099EC585-1F99-9C40-91D3-1B9CEEC8F13F}" dt="2025-03-26T12:32:04.601" v="498" actId="478"/>
          <ac:picMkLst>
            <pc:docMk/>
            <pc:sldMk cId="0" sldId="256"/>
            <ac:picMk id="46" creationId="{71254EA9-AE6F-35D5-F591-B758368D91B1}"/>
          </ac:picMkLst>
        </pc:picChg>
      </pc:sldChg>
    </pc:docChg>
  </pc:docChgLst>
  <pc:docChgLst>
    <pc:chgData name="Benjamin Bradaric" userId="S::benjbra@ntnu.no::773163c9-1101-4fe3-82e7-83d3c1694c24" providerId="AD" clId="Web-{F890EFEA-3A5D-9C3E-22E8-EB62A5278DC0}"/>
    <pc:docChg chg="modSld">
      <pc:chgData name="Benjamin Bradaric" userId="S::benjbra@ntnu.no::773163c9-1101-4fe3-82e7-83d3c1694c24" providerId="AD" clId="Web-{F890EFEA-3A5D-9C3E-22E8-EB62A5278DC0}" dt="2025-03-26T08:26:59.482" v="0" actId="14100"/>
      <pc:docMkLst>
        <pc:docMk/>
      </pc:docMkLst>
      <pc:sldChg chg="modSp">
        <pc:chgData name="Benjamin Bradaric" userId="S::benjbra@ntnu.no::773163c9-1101-4fe3-82e7-83d3c1694c24" providerId="AD" clId="Web-{F890EFEA-3A5D-9C3E-22E8-EB62A5278DC0}" dt="2025-03-26T08:26:59.482" v="0" actId="14100"/>
        <pc:sldMkLst>
          <pc:docMk/>
          <pc:sldMk cId="0" sldId="256"/>
        </pc:sldMkLst>
        <pc:picChg chg="mod">
          <ac:chgData name="Benjamin Bradaric" userId="S::benjbra@ntnu.no::773163c9-1101-4fe3-82e7-83d3c1694c24" providerId="AD" clId="Web-{F890EFEA-3A5D-9C3E-22E8-EB62A5278DC0}" dt="2025-03-26T08:26:59.482" v="0" actId="14100"/>
          <ac:picMkLst>
            <pc:docMk/>
            <pc:sldMk cId="0" sldId="256"/>
            <ac:picMk id="2" creationId="{87606870-2808-8239-0369-95B606152557}"/>
          </ac:picMkLst>
        </pc:picChg>
      </pc:sldChg>
    </pc:docChg>
  </pc:docChgLst>
  <pc:docChgLst>
    <pc:chgData name="Benjamin Bradaric" userId="S::benjbra@ntnu.no::773163c9-1101-4fe3-82e7-83d3c1694c24" providerId="AD" clId="Web-{43C34A93-D0F6-3D61-977D-6423D1D7FB4F}"/>
    <pc:docChg chg="mod modSld">
      <pc:chgData name="Benjamin Bradaric" userId="S::benjbra@ntnu.no::773163c9-1101-4fe3-82e7-83d3c1694c24" providerId="AD" clId="Web-{43C34A93-D0F6-3D61-977D-6423D1D7FB4F}" dt="2025-03-25T21:41:25.349" v="521"/>
      <pc:docMkLst>
        <pc:docMk/>
      </pc:docMkLst>
      <pc:sldChg chg="addSp delSp modSp">
        <pc:chgData name="Benjamin Bradaric" userId="S::benjbra@ntnu.no::773163c9-1101-4fe3-82e7-83d3c1694c24" providerId="AD" clId="Web-{43C34A93-D0F6-3D61-977D-6423D1D7FB4F}" dt="2025-03-25T21:41:25.349" v="521"/>
        <pc:sldMkLst>
          <pc:docMk/>
          <pc:sldMk cId="0" sldId="256"/>
        </pc:sldMkLst>
        <pc:spChg chg="add del mod">
          <ac:chgData name="Benjamin Bradaric" userId="S::benjbra@ntnu.no::773163c9-1101-4fe3-82e7-83d3c1694c24" providerId="AD" clId="Web-{43C34A93-D0F6-3D61-977D-6423D1D7FB4F}" dt="2025-03-25T21:11:26.086" v="191"/>
          <ac:spMkLst>
            <pc:docMk/>
            <pc:sldMk cId="0" sldId="256"/>
            <ac:spMk id="4" creationId="{6BBF132B-B1D0-7AF9-45F5-83F618D5DEA9}"/>
          </ac:spMkLst>
        </pc:spChg>
        <pc:spChg chg="add del">
          <ac:chgData name="Benjamin Bradaric" userId="S::benjbra@ntnu.no::773163c9-1101-4fe3-82e7-83d3c1694c24" providerId="AD" clId="Web-{43C34A93-D0F6-3D61-977D-6423D1D7FB4F}" dt="2025-03-25T20:57:13.353" v="58"/>
          <ac:spMkLst>
            <pc:docMk/>
            <pc:sldMk cId="0" sldId="256"/>
            <ac:spMk id="5" creationId="{4CEDE47B-8E17-867A-D4FB-E7AAE3926896}"/>
          </ac:spMkLst>
        </pc:spChg>
        <pc:spChg chg="add del">
          <ac:chgData name="Benjamin Bradaric" userId="S::benjbra@ntnu.no::773163c9-1101-4fe3-82e7-83d3c1694c24" providerId="AD" clId="Web-{43C34A93-D0F6-3D61-977D-6423D1D7FB4F}" dt="2025-03-25T20:57:19.525" v="60"/>
          <ac:spMkLst>
            <pc:docMk/>
            <pc:sldMk cId="0" sldId="256"/>
            <ac:spMk id="6" creationId="{9CB0C229-1421-BA1B-4A05-C53B59F9CFD6}"/>
          </ac:spMkLst>
        </pc:spChg>
        <pc:spChg chg="add del mod">
          <ac:chgData name="Benjamin Bradaric" userId="S::benjbra@ntnu.no::773163c9-1101-4fe3-82e7-83d3c1694c24" providerId="AD" clId="Web-{43C34A93-D0F6-3D61-977D-6423D1D7FB4F}" dt="2025-03-25T21:11:27.273" v="192"/>
          <ac:spMkLst>
            <pc:docMk/>
            <pc:sldMk cId="0" sldId="256"/>
            <ac:spMk id="7" creationId="{579673EA-3AC9-B336-C80D-E9D449852761}"/>
          </ac:spMkLst>
        </pc:spChg>
        <pc:spChg chg="add del mod">
          <ac:chgData name="Benjamin Bradaric" userId="S::benjbra@ntnu.no::773163c9-1101-4fe3-82e7-83d3c1694c24" providerId="AD" clId="Web-{43C34A93-D0F6-3D61-977D-6423D1D7FB4F}" dt="2025-03-25T21:11:30.617" v="194"/>
          <ac:spMkLst>
            <pc:docMk/>
            <pc:sldMk cId="0" sldId="256"/>
            <ac:spMk id="8" creationId="{DDE0F0D9-4EC6-9F93-6EBD-09633176BB79}"/>
          </ac:spMkLst>
        </pc:spChg>
        <pc:graphicFrameChg chg="add mod modGraphic">
          <ac:chgData name="Benjamin Bradaric" userId="S::benjbra@ntnu.no::773163c9-1101-4fe3-82e7-83d3c1694c24" providerId="AD" clId="Web-{43C34A93-D0F6-3D61-977D-6423D1D7FB4F}" dt="2025-03-25T21:41:25.349" v="521"/>
          <ac:graphicFrameMkLst>
            <pc:docMk/>
            <pc:sldMk cId="0" sldId="256"/>
            <ac:graphicFrameMk id="4" creationId="{38C5BCB6-1129-B29B-91CD-9BF7128DE0B2}"/>
          </ac:graphicFrameMkLst>
        </pc:graphicFrameChg>
        <pc:graphicFrameChg chg="add del mod modGraphic">
          <ac:chgData name="Benjamin Bradaric" userId="S::benjbra@ntnu.no::773163c9-1101-4fe3-82e7-83d3c1694c24" providerId="AD" clId="Web-{43C34A93-D0F6-3D61-977D-6423D1D7FB4F}" dt="2025-03-25T21:12:22.274" v="201"/>
          <ac:graphicFrameMkLst>
            <pc:docMk/>
            <pc:sldMk cId="0" sldId="256"/>
            <ac:graphicFrameMk id="9" creationId="{A859F96E-0573-0CF1-1DB3-1A1AB077BF3F}"/>
          </ac:graphicFrameMkLst>
        </pc:graphicFrameChg>
        <pc:picChg chg="add mod">
          <ac:chgData name="Benjamin Bradaric" userId="S::benjbra@ntnu.no::773163c9-1101-4fe3-82e7-83d3c1694c24" providerId="AD" clId="Web-{43C34A93-D0F6-3D61-977D-6423D1D7FB4F}" dt="2025-03-25T20:39:39.839" v="39" actId="14100"/>
          <ac:picMkLst>
            <pc:docMk/>
            <pc:sldMk cId="0" sldId="256"/>
            <ac:picMk id="2" creationId="{87606870-2808-8239-0369-95B606152557}"/>
          </ac:picMkLst>
        </pc:picChg>
        <pc:picChg chg="add mod modCrop">
          <ac:chgData name="Benjamin Bradaric" userId="S::benjbra@ntnu.no::773163c9-1101-4fe3-82e7-83d3c1694c24" providerId="AD" clId="Web-{43C34A93-D0F6-3D61-977D-6423D1D7FB4F}" dt="2025-03-25T20:39:34.027" v="38" actId="14100"/>
          <ac:picMkLst>
            <pc:docMk/>
            <pc:sldMk cId="0" sldId="256"/>
            <ac:picMk id="3" creationId="{1669150B-DA12-ADF1-582A-C4801767853B}"/>
          </ac:picMkLst>
        </pc:picChg>
        <pc:picChg chg="mod">
          <ac:chgData name="Benjamin Bradaric" userId="S::benjbra@ntnu.no::773163c9-1101-4fe3-82e7-83d3c1694c24" providerId="AD" clId="Web-{43C34A93-D0F6-3D61-977D-6423D1D7FB4F}" dt="2025-03-25T21:37:53.627" v="203" actId="1076"/>
          <ac:picMkLst>
            <pc:docMk/>
            <pc:sldMk cId="0" sldId="256"/>
            <ac:picMk id="5" creationId="{7759D878-0CAF-96C2-4E3E-64F930853215}"/>
          </ac:picMkLst>
        </pc:picChg>
        <pc:picChg chg="mod">
          <ac:chgData name="Benjamin Bradaric" userId="S::benjbra@ntnu.no::773163c9-1101-4fe3-82e7-83d3c1694c24" providerId="AD" clId="Web-{43C34A93-D0F6-3D61-977D-6423D1D7FB4F}" dt="2025-03-25T21:39:06.768" v="220" actId="1076"/>
          <ac:picMkLst>
            <pc:docMk/>
            <pc:sldMk cId="0" sldId="256"/>
            <ac:picMk id="6" creationId="{0B46B02D-F3A9-4D2B-07B5-0EFB434380EF}"/>
          </ac:picMkLst>
        </pc:picChg>
        <pc:picChg chg="mod">
          <ac:chgData name="Benjamin Bradaric" userId="S::benjbra@ntnu.no::773163c9-1101-4fe3-82e7-83d3c1694c24" providerId="AD" clId="Web-{43C34A93-D0F6-3D61-977D-6423D1D7FB4F}" dt="2025-03-25T20:38:49.198" v="30"/>
          <ac:picMkLst>
            <pc:docMk/>
            <pc:sldMk cId="0" sldId="256"/>
            <ac:picMk id="45" creationId="{BC1C7E26-5461-D6BA-041C-78AF940811E7}"/>
          </ac:picMkLst>
        </pc:picChg>
        <pc:picChg chg="mod">
          <ac:chgData name="Benjamin Bradaric" userId="S::benjbra@ntnu.no::773163c9-1101-4fe3-82e7-83d3c1694c24" providerId="AD" clId="Web-{43C34A93-D0F6-3D61-977D-6423D1D7FB4F}" dt="2025-03-25T20:38:45.401" v="29"/>
          <ac:picMkLst>
            <pc:docMk/>
            <pc:sldMk cId="0" sldId="256"/>
            <ac:picMk id="46" creationId="{71254EA9-AE6F-35D5-F591-B758368D91B1}"/>
          </ac:picMkLst>
        </pc:picChg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E8413C-AC92-B44D-B013-8D601F55B16F}" authorId="{A8F5000D-6C6A-351E-92FD-78B550A647F0}" created="2025-03-23T12:59:37.9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41" creationId="{98526197-8210-7CA4-77E2-ED34FD0EE168}"/>
      <ac:txMk cp="53" len="22">
        <ac:context len="93" hash="1760403251"/>
      </ac:txMk>
    </ac:txMkLst>
    <p188:txBody>
      <a:bodyPr/>
      <a:lstStyle/>
      <a:p>
        <a:r>
          <a:rPr lang="en-US"/>
          <a:t>Bytt ut med hva den heter. </a:t>
        </a:r>
      </a:p>
    </p188:txBody>
  </p188:cm>
  <p188:cm id="{839276FB-2A1B-7544-9893-ABE51807E655}" authorId="{A8F5000D-6C6A-351E-92FD-78B550A647F0}" created="2025-03-25T21:12:33.2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6" creationId="{0B46B02D-F3A9-4D2B-07B5-0EFB434380EF}"/>
    </ac:deMkLst>
    <p188:replyLst>
      <p188:reply id="{99426E20-801F-5047-A3DC-F4DAF6CE6EC7}" authorId="{A8F5000D-6C6A-351E-92FD-78B550A647F0}" created="2025-03-25T21:12:50.823">
        <p188:txBody>
          <a:bodyPr/>
          <a:lstStyle/>
          <a:p>
            <a:r>
              <a:rPr lang="en-US"/>
              <a:t>[@Benjamin Bradaric] [@Edvin Andreas Haaland Sandberg] er det dårligere enn det dere fikk?</a:t>
            </a:r>
          </a:p>
        </p188:txBody>
      </p188:reply>
      <p188:reply id="{DA2AD658-E2E9-4764-8314-5BB99B9BB206}" authorId="{9FE1492C-738D-66F0-2C32-E0166B58490D}" created="2025-03-25T21:13:16.306">
        <p188:txBody>
          <a:bodyPr/>
          <a:lstStyle/>
          <a:p>
            <a:r>
              <a:rPr lang="en-US"/>
              <a:t>enn det vi fikk?</a:t>
            </a:r>
          </a:p>
        </p188:txBody>
      </p188:reply>
      <p188:reply id="{ED9BB78F-8865-43EC-87E8-29955C531A66}" authorId="{9FE1492C-738D-66F0-2C32-E0166B58490D}" created="2025-03-25T21:13:52.931">
        <p188:txBody>
          <a:bodyPr/>
          <a:lstStyle/>
          <a:p>
            <a:r>
              <a:rPr lang="en-US"/>
              <a:t>oja recallen min er høyere når eg kjørte
Min precision og recall var samme</a:t>
            </a:r>
          </a:p>
        </p188:txBody>
      </p188:reply>
    </p188:replyLst>
    <p188:txBody>
      <a:bodyPr/>
      <a:lstStyle/>
      <a:p>
        <a:r>
          <a:rPr lang="en-US"/>
          <a:t>Jeg fikk disse resultatene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637188" y="918219"/>
            <a:ext cx="12853987" cy="2749493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/>
                <a:cs typeface="Arial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 hasCustomPrompt="1"/>
          </p:nvPr>
        </p:nvSpPr>
        <p:spPr>
          <a:xfrm>
            <a:off x="641127" y="4686042"/>
            <a:ext cx="10587037" cy="5467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latin typeface="Arial"/>
                <a:cs typeface="Arial"/>
              </a:defRPr>
            </a:lvl1pPr>
            <a:lvl2pPr marL="646709" indent="0" algn="ctr">
              <a:buNone/>
              <a:defRPr/>
            </a:lvl2pPr>
            <a:lvl3pPr marL="1293419" indent="0" algn="ctr">
              <a:buNone/>
              <a:defRPr/>
            </a:lvl3pPr>
            <a:lvl4pPr marL="1940128" indent="0" algn="ctr">
              <a:buNone/>
              <a:defRPr/>
            </a:lvl4pPr>
            <a:lvl5pPr marL="2586838" indent="0" algn="ctr">
              <a:buNone/>
              <a:defRPr/>
            </a:lvl5pPr>
            <a:lvl6pPr marL="3233547" indent="0" algn="ctr">
              <a:buNone/>
              <a:defRPr/>
            </a:lvl6pPr>
            <a:lvl7pPr marL="3880256" indent="0" algn="ctr">
              <a:buNone/>
              <a:defRPr/>
            </a:lvl7pPr>
            <a:lvl8pPr marL="4526966" indent="0" algn="ctr">
              <a:buNone/>
              <a:defRPr/>
            </a:lvl8pPr>
            <a:lvl9pPr marL="5173675" indent="0" algn="ctr">
              <a:buNone/>
              <a:defRPr/>
            </a:lvl9pPr>
          </a:lstStyle>
          <a:p>
            <a:r>
              <a:rPr lang="nb-NO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228939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135064" y="1899638"/>
            <a:ext cx="12853987" cy="3567379"/>
          </a:xfrm>
          <a:prstGeom prst="rect">
            <a:avLst/>
          </a:prstGeo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1135064" y="6178587"/>
            <a:ext cx="12853987" cy="128336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2482DAB-C727-BD4F-B5B3-A1F992D42964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858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195389" y="13745368"/>
            <a:ext cx="12855575" cy="4247181"/>
          </a:xfrm>
          <a:prstGeom prst="rect">
            <a:avLst/>
          </a:prstGeo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195389" y="9066161"/>
            <a:ext cx="12855575" cy="46792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/>
            </a:lvl1pPr>
            <a:lvl2pPr marL="646709" indent="0">
              <a:buNone/>
              <a:defRPr sz="2500"/>
            </a:lvl2pPr>
            <a:lvl3pPr marL="1293419" indent="0">
              <a:buNone/>
              <a:defRPr sz="2300"/>
            </a:lvl3pPr>
            <a:lvl4pPr marL="1940128" indent="0">
              <a:buNone/>
              <a:defRPr sz="2000"/>
            </a:lvl4pPr>
            <a:lvl5pPr marL="2586838" indent="0">
              <a:buNone/>
              <a:defRPr sz="2000"/>
            </a:lvl5pPr>
            <a:lvl6pPr marL="3233547" indent="0">
              <a:buNone/>
              <a:defRPr sz="2000"/>
            </a:lvl6pPr>
            <a:lvl7pPr marL="3880256" indent="0">
              <a:buNone/>
              <a:defRPr sz="2000"/>
            </a:lvl7pPr>
            <a:lvl8pPr marL="4526966" indent="0">
              <a:buNone/>
              <a:defRPr sz="2000"/>
            </a:lvl8pPr>
            <a:lvl9pPr marL="5173675" indent="0">
              <a:buNone/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B3C15C6-10B1-EE42-9BEC-8662ECAF842D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176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135064" y="1899638"/>
            <a:ext cx="12853987" cy="3567379"/>
          </a:xfrm>
          <a:prstGeom prst="rect">
            <a:avLst/>
          </a:prstGeo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1135063" y="6178587"/>
            <a:ext cx="6350000" cy="1283366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7637464" y="6178587"/>
            <a:ext cx="6351587" cy="1283366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C724391-EA5C-574C-9380-4632E77D7B0A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0118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55651" y="857698"/>
            <a:ext cx="13612813" cy="35642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55650" y="4787213"/>
            <a:ext cx="6683375" cy="19949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400" b="1"/>
            </a:lvl1pPr>
            <a:lvl2pPr marL="646709" indent="0">
              <a:buNone/>
              <a:defRPr sz="2800" b="1"/>
            </a:lvl2pPr>
            <a:lvl3pPr marL="1293419" indent="0">
              <a:buNone/>
              <a:defRPr sz="2500" b="1"/>
            </a:lvl3pPr>
            <a:lvl4pPr marL="1940128" indent="0">
              <a:buNone/>
              <a:defRPr sz="2300" b="1"/>
            </a:lvl4pPr>
            <a:lvl5pPr marL="2586838" indent="0">
              <a:buNone/>
              <a:defRPr sz="2300" b="1"/>
            </a:lvl5pPr>
            <a:lvl6pPr marL="3233547" indent="0">
              <a:buNone/>
              <a:defRPr sz="2300" b="1"/>
            </a:lvl6pPr>
            <a:lvl7pPr marL="3880256" indent="0">
              <a:buNone/>
              <a:defRPr sz="2300" b="1"/>
            </a:lvl7pPr>
            <a:lvl8pPr marL="4526966" indent="0">
              <a:buNone/>
              <a:defRPr sz="2300" b="1"/>
            </a:lvl8pPr>
            <a:lvl9pPr marL="5173675" indent="0">
              <a:buNone/>
              <a:defRPr sz="23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755650" y="6782150"/>
            <a:ext cx="6683375" cy="12325403"/>
          </a:xfrm>
          <a:prstGeom prst="rect">
            <a:avLst/>
          </a:prstGeo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7683500" y="4787213"/>
            <a:ext cx="6684963" cy="19949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400" b="1"/>
            </a:lvl1pPr>
            <a:lvl2pPr marL="646709" indent="0">
              <a:buNone/>
              <a:defRPr sz="2800" b="1"/>
            </a:lvl2pPr>
            <a:lvl3pPr marL="1293419" indent="0">
              <a:buNone/>
              <a:defRPr sz="2500" b="1"/>
            </a:lvl3pPr>
            <a:lvl4pPr marL="1940128" indent="0">
              <a:buNone/>
              <a:defRPr sz="2300" b="1"/>
            </a:lvl4pPr>
            <a:lvl5pPr marL="2586838" indent="0">
              <a:buNone/>
              <a:defRPr sz="2300" b="1"/>
            </a:lvl5pPr>
            <a:lvl6pPr marL="3233547" indent="0">
              <a:buNone/>
              <a:defRPr sz="2300" b="1"/>
            </a:lvl6pPr>
            <a:lvl7pPr marL="3880256" indent="0">
              <a:buNone/>
              <a:defRPr sz="2300" b="1"/>
            </a:lvl7pPr>
            <a:lvl8pPr marL="4526966" indent="0">
              <a:buNone/>
              <a:defRPr sz="2300" b="1"/>
            </a:lvl8pPr>
            <a:lvl9pPr marL="5173675" indent="0">
              <a:buNone/>
              <a:defRPr sz="23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7683500" y="6782150"/>
            <a:ext cx="6684963" cy="12325403"/>
          </a:xfrm>
          <a:prstGeom prst="rect">
            <a:avLst/>
          </a:prstGeo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4D0E7C3-F0E4-4347-96A5-EB41565EB4AA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904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135064" y="1899638"/>
            <a:ext cx="12853987" cy="3567379"/>
          </a:xfrm>
          <a:prstGeom prst="rect">
            <a:avLst/>
          </a:prstGeo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685F23D-71ED-7546-9E97-853A57A46EF5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030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0877F5B-9899-794B-9B2D-DA66F3565B33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502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55651" y="851343"/>
            <a:ext cx="4976813" cy="3624559"/>
          </a:xfrm>
          <a:prstGeom prst="rect">
            <a:avLst/>
          </a:prstGeo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913439" y="851343"/>
            <a:ext cx="8455025" cy="18256210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755651" y="4475903"/>
            <a:ext cx="4976813" cy="14631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646709" indent="0">
              <a:buNone/>
              <a:defRPr sz="1700"/>
            </a:lvl2pPr>
            <a:lvl3pPr marL="1293419" indent="0">
              <a:buNone/>
              <a:defRPr sz="1400"/>
            </a:lvl3pPr>
            <a:lvl4pPr marL="1940128" indent="0">
              <a:buNone/>
              <a:defRPr sz="1300"/>
            </a:lvl4pPr>
            <a:lvl5pPr marL="2586838" indent="0">
              <a:buNone/>
              <a:defRPr sz="1300"/>
            </a:lvl5pPr>
            <a:lvl6pPr marL="3233547" indent="0">
              <a:buNone/>
              <a:defRPr sz="1300"/>
            </a:lvl6pPr>
            <a:lvl7pPr marL="3880256" indent="0">
              <a:buNone/>
              <a:defRPr sz="1300"/>
            </a:lvl7pPr>
            <a:lvl8pPr marL="4526966" indent="0">
              <a:buNone/>
              <a:defRPr sz="1300"/>
            </a:lvl8pPr>
            <a:lvl9pPr marL="5173675" indent="0">
              <a:buNone/>
              <a:defRPr sz="13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EE7CDA2-FD90-1A40-AEB9-1AD93FD6565B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31659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2963864" y="14971555"/>
            <a:ext cx="9075737" cy="1769394"/>
          </a:xfrm>
          <a:prstGeom prst="rect">
            <a:avLst/>
          </a:prstGeo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2963864" y="1912345"/>
            <a:ext cx="9075737" cy="128304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/>
            </a:lvl1pPr>
            <a:lvl2pPr marL="646709" indent="0">
              <a:buNone/>
              <a:defRPr sz="4000"/>
            </a:lvl2pPr>
            <a:lvl3pPr marL="1293419" indent="0">
              <a:buNone/>
              <a:defRPr sz="3400"/>
            </a:lvl3pPr>
            <a:lvl4pPr marL="1940128" indent="0">
              <a:buNone/>
              <a:defRPr sz="2800"/>
            </a:lvl4pPr>
            <a:lvl5pPr marL="2586838" indent="0">
              <a:buNone/>
              <a:defRPr sz="2800"/>
            </a:lvl5pPr>
            <a:lvl6pPr marL="3233547" indent="0">
              <a:buNone/>
              <a:defRPr sz="2800"/>
            </a:lvl6pPr>
            <a:lvl7pPr marL="3880256" indent="0">
              <a:buNone/>
              <a:defRPr sz="2800"/>
            </a:lvl7pPr>
            <a:lvl8pPr marL="4526966" indent="0">
              <a:buNone/>
              <a:defRPr sz="2800"/>
            </a:lvl8pPr>
            <a:lvl9pPr marL="5173675" indent="0">
              <a:buNone/>
              <a:defRPr sz="2800"/>
            </a:lvl9pPr>
          </a:lstStyle>
          <a:p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2963864" y="16740949"/>
            <a:ext cx="9075737" cy="2509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646709" indent="0">
              <a:buNone/>
              <a:defRPr sz="1700"/>
            </a:lvl2pPr>
            <a:lvl3pPr marL="1293419" indent="0">
              <a:buNone/>
              <a:defRPr sz="1400"/>
            </a:lvl3pPr>
            <a:lvl4pPr marL="1940128" indent="0">
              <a:buNone/>
              <a:defRPr sz="1300"/>
            </a:lvl4pPr>
            <a:lvl5pPr marL="2586838" indent="0">
              <a:buNone/>
              <a:defRPr sz="1300"/>
            </a:lvl5pPr>
            <a:lvl6pPr marL="3233547" indent="0">
              <a:buNone/>
              <a:defRPr sz="1300"/>
            </a:lvl6pPr>
            <a:lvl7pPr marL="3880256" indent="0">
              <a:buNone/>
              <a:defRPr sz="1300"/>
            </a:lvl7pPr>
            <a:lvl8pPr marL="4526966" indent="0">
              <a:buNone/>
              <a:defRPr sz="1300"/>
            </a:lvl8pPr>
            <a:lvl9pPr marL="5173675" indent="0">
              <a:buNone/>
              <a:defRPr sz="13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F468C18-88C6-7C46-9581-705F93CA84E0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0916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135064" y="1899638"/>
            <a:ext cx="12853987" cy="3567379"/>
          </a:xfrm>
          <a:prstGeom prst="rect">
            <a:avLst/>
          </a:prstGeo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1135064" y="6178587"/>
            <a:ext cx="12853987" cy="1283366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DDB2486-0CD7-B440-88F7-11FB26433481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5690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10775950" y="1899638"/>
            <a:ext cx="3213100" cy="17112616"/>
          </a:xfrm>
          <a:prstGeom prst="rect">
            <a:avLst/>
          </a:prstGeo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1135064" y="1899638"/>
            <a:ext cx="9488487" cy="171126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1135063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>
          <a:xfrm>
            <a:off x="5167314" y="19488752"/>
            <a:ext cx="4789487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0839450" y="19488752"/>
            <a:ext cx="3149600" cy="14231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506665-353E-4C44-BA26-D507F944A5F0}" type="slidenum">
              <a:rPr lang="nb-NO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064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Et bilde som inneholder tegning&#10;&#10;Automatisk generert beskrivelse">
            <a:extLst>
              <a:ext uri="{FF2B5EF4-FFF2-40B4-BE49-F238E27FC236}">
                <a16:creationId xmlns:a16="http://schemas.microsoft.com/office/drawing/2014/main" id="{8DEAF279-CABB-0F40-8420-D9102E361ED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556" y="18997514"/>
            <a:ext cx="15113000" cy="2400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2pPr>
      <a:lvl3pPr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3pPr>
      <a:lvl4pPr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4pPr>
      <a:lvl5pPr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5pPr>
      <a:lvl6pPr marL="646709"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6pPr>
      <a:lvl7pPr marL="1293419"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7pPr>
      <a:lvl8pPr marL="1940128"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8pPr>
      <a:lvl9pPr marL="2586838" algn="ctr" defTabSz="2086088" rtl="0" fontAlgn="base">
        <a:spcBef>
          <a:spcPct val="0"/>
        </a:spcBef>
        <a:spcAft>
          <a:spcPct val="0"/>
        </a:spcAft>
        <a:defRPr sz="10000">
          <a:solidFill>
            <a:schemeClr val="tx2"/>
          </a:solidFill>
          <a:latin typeface="Times" charset="0"/>
          <a:ea typeface="ＭＳ Ｐゴシック" charset="0"/>
        </a:defRPr>
      </a:lvl9pPr>
    </p:titleStyle>
    <p:bodyStyle>
      <a:lvl1pPr marL="781441" indent="-781441" algn="l" defTabSz="2086088" rtl="0" fontAlgn="base">
        <a:spcBef>
          <a:spcPct val="20000"/>
        </a:spcBef>
        <a:spcAft>
          <a:spcPct val="0"/>
        </a:spcAft>
        <a:buChar char="•"/>
        <a:defRPr sz="7400">
          <a:solidFill>
            <a:schemeClr val="tx1"/>
          </a:solidFill>
          <a:latin typeface="+mn-lt"/>
          <a:ea typeface="+mn-ea"/>
          <a:cs typeface="+mn-cs"/>
        </a:defRPr>
      </a:lvl1pPr>
      <a:lvl2pPr marL="1695367" indent="-651200" algn="l" defTabSz="2086088" rtl="0" fontAlgn="base">
        <a:spcBef>
          <a:spcPct val="20000"/>
        </a:spcBef>
        <a:spcAft>
          <a:spcPct val="0"/>
        </a:spcAft>
        <a:buChar char="–"/>
        <a:defRPr sz="6400">
          <a:solidFill>
            <a:schemeClr val="tx1"/>
          </a:solidFill>
          <a:latin typeface="+mn-lt"/>
          <a:ea typeface="+mn-ea"/>
        </a:defRPr>
      </a:lvl2pPr>
      <a:lvl3pPr marL="2607048" indent="-520960" algn="l" defTabSz="2086088" rtl="0" fontAlgn="base">
        <a:spcBef>
          <a:spcPct val="20000"/>
        </a:spcBef>
        <a:spcAft>
          <a:spcPct val="0"/>
        </a:spcAft>
        <a:buChar char="•"/>
        <a:defRPr sz="5500">
          <a:solidFill>
            <a:schemeClr val="tx1"/>
          </a:solidFill>
          <a:latin typeface="+mn-lt"/>
          <a:ea typeface="+mn-ea"/>
        </a:defRPr>
      </a:lvl3pPr>
      <a:lvl4pPr marL="3651213" indent="-520960" algn="l" defTabSz="2086088" rtl="0" fontAlgn="base">
        <a:spcBef>
          <a:spcPct val="20000"/>
        </a:spcBef>
        <a:spcAft>
          <a:spcPct val="0"/>
        </a:spcAft>
        <a:buChar char="–"/>
        <a:defRPr sz="4500">
          <a:solidFill>
            <a:schemeClr val="tx1"/>
          </a:solidFill>
          <a:latin typeface="+mn-lt"/>
          <a:ea typeface="+mn-ea"/>
        </a:defRPr>
      </a:lvl4pPr>
      <a:lvl5pPr marL="4693134" indent="-520960" algn="l" defTabSz="2086088" rtl="0" fontAlgn="base">
        <a:spcBef>
          <a:spcPct val="20000"/>
        </a:spcBef>
        <a:spcAft>
          <a:spcPct val="0"/>
        </a:spcAft>
        <a:buChar char="»"/>
        <a:defRPr sz="4500">
          <a:solidFill>
            <a:schemeClr val="tx1"/>
          </a:solidFill>
          <a:latin typeface="+mn-lt"/>
          <a:ea typeface="+mn-ea"/>
        </a:defRPr>
      </a:lvl5pPr>
      <a:lvl6pPr marL="5339844" indent="-520960" algn="l" defTabSz="2086088" rtl="0" fontAlgn="base">
        <a:spcBef>
          <a:spcPct val="20000"/>
        </a:spcBef>
        <a:spcAft>
          <a:spcPct val="0"/>
        </a:spcAft>
        <a:buChar char="»"/>
        <a:defRPr sz="4500">
          <a:solidFill>
            <a:schemeClr val="tx1"/>
          </a:solidFill>
          <a:latin typeface="+mn-lt"/>
          <a:ea typeface="+mn-ea"/>
        </a:defRPr>
      </a:lvl6pPr>
      <a:lvl7pPr marL="5986553" indent="-520960" algn="l" defTabSz="2086088" rtl="0" fontAlgn="base">
        <a:spcBef>
          <a:spcPct val="20000"/>
        </a:spcBef>
        <a:spcAft>
          <a:spcPct val="0"/>
        </a:spcAft>
        <a:buChar char="»"/>
        <a:defRPr sz="4500">
          <a:solidFill>
            <a:schemeClr val="tx1"/>
          </a:solidFill>
          <a:latin typeface="+mn-lt"/>
          <a:ea typeface="+mn-ea"/>
        </a:defRPr>
      </a:lvl7pPr>
      <a:lvl8pPr marL="6633262" indent="-520960" algn="l" defTabSz="2086088" rtl="0" fontAlgn="base">
        <a:spcBef>
          <a:spcPct val="20000"/>
        </a:spcBef>
        <a:spcAft>
          <a:spcPct val="0"/>
        </a:spcAft>
        <a:buChar char="»"/>
        <a:defRPr sz="4500">
          <a:solidFill>
            <a:schemeClr val="tx1"/>
          </a:solidFill>
          <a:latin typeface="+mn-lt"/>
          <a:ea typeface="+mn-ea"/>
        </a:defRPr>
      </a:lvl8pPr>
      <a:lvl9pPr marL="7279972" indent="-520960" algn="l" defTabSz="2086088" rtl="0" fontAlgn="base">
        <a:spcBef>
          <a:spcPct val="20000"/>
        </a:spcBef>
        <a:spcAft>
          <a:spcPct val="0"/>
        </a:spcAft>
        <a:buChar char="»"/>
        <a:defRPr sz="4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nb-NO"/>
      </a:defPPr>
      <a:lvl1pPr marL="0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6709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93419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40128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838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33547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80256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526966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73675" algn="l" defTabSz="646709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8000">
              <a:srgbClr val="F6E9E5"/>
            </a:gs>
            <a:gs pos="78000">
              <a:schemeClr val="accent5">
                <a:lumMod val="20000"/>
                <a:lumOff val="8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>
            <a:extLst>
              <a:ext uri="{FF2B5EF4-FFF2-40B4-BE49-F238E27FC236}">
                <a16:creationId xmlns:a16="http://schemas.microsoft.com/office/drawing/2014/main" id="{3967CEFD-DA46-F542-859C-0E01052C4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52" y="613074"/>
            <a:ext cx="14025248" cy="86926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29342" tIns="64671" rIns="129342" bIns="64671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Anomaly Detection in Water Pump Sensor Data</a:t>
            </a:r>
            <a:endParaRPr lang="nb-NO" sz="9600" b="1" baseline="30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Undertittel 2">
            <a:extLst>
              <a:ext uri="{FF2B5EF4-FFF2-40B4-BE49-F238E27FC236}">
                <a16:creationId xmlns:a16="http://schemas.microsoft.com/office/drawing/2014/main" id="{CBE37167-1A05-D245-956F-957795C69749}"/>
              </a:ext>
            </a:extLst>
          </p:cNvPr>
          <p:cNvSpPr txBox="1">
            <a:spLocks/>
          </p:cNvSpPr>
          <p:nvPr/>
        </p:nvSpPr>
        <p:spPr>
          <a:xfrm>
            <a:off x="565251" y="4505274"/>
            <a:ext cx="6780781" cy="1508400"/>
          </a:xfrm>
          <a:prstGeom prst="rect">
            <a:avLst/>
          </a:prstGeom>
          <a:solidFill>
            <a:srgbClr val="C9DBFF"/>
          </a:solidFill>
          <a:ln>
            <a:solidFill>
              <a:schemeClr val="tx1"/>
            </a:solidFill>
          </a:ln>
        </p:spPr>
        <p:txBody>
          <a:bodyPr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sz="1600" b="1"/>
              <a:t>1.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Time-series data from industrial water pumps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52 numeric sensor features</a:t>
            </a:r>
            <a:r>
              <a:rPr lang="en-US" sz="1600"/>
              <a:t> (e.g., pressure, vibration, temperature)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Machine status labels</a:t>
            </a:r>
            <a:r>
              <a:rPr lang="en-US" sz="1600"/>
              <a:t>: NORMAL, RECOVERING, BROKEN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~220,000 total records</a:t>
            </a:r>
          </a:p>
          <a:p>
            <a:endParaRPr lang="nb-NO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F15D44-6275-6748-253E-3F6819B41A04}"/>
              </a:ext>
            </a:extLst>
          </p:cNvPr>
          <p:cNvSpPr txBox="1"/>
          <p:nvPr/>
        </p:nvSpPr>
        <p:spPr>
          <a:xfrm>
            <a:off x="565251" y="2408756"/>
            <a:ext cx="14025248" cy="1754326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Business Objective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Industrial facilities rely on the continuous operation of water pumps. Unexpected failures can lead to costly downtime and equipment damage.</a:t>
            </a:r>
            <a:b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Our goal is to build a model that detects abnormal behavior in sensor data — enabling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predictive maintenance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and reducing manual inspection needs.</a:t>
            </a:r>
          </a:p>
          <a:p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A541FA-C542-808D-4CA3-374C40D06C3F}"/>
              </a:ext>
            </a:extLst>
          </p:cNvPr>
          <p:cNvSpPr txBox="1"/>
          <p:nvPr/>
        </p:nvSpPr>
        <p:spPr>
          <a:xfrm>
            <a:off x="551519" y="1591606"/>
            <a:ext cx="14055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By group 8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Assignment 2, TMM4128 Machine learning for engineers</a:t>
            </a:r>
          </a:p>
        </p:txBody>
      </p:sp>
      <p:sp>
        <p:nvSpPr>
          <p:cNvPr id="26" name="Undertittel 2">
            <a:extLst>
              <a:ext uri="{FF2B5EF4-FFF2-40B4-BE49-F238E27FC236}">
                <a16:creationId xmlns:a16="http://schemas.microsoft.com/office/drawing/2014/main" id="{66FF549B-2531-55AF-F11E-53A2D843C503}"/>
              </a:ext>
            </a:extLst>
          </p:cNvPr>
          <p:cNvSpPr txBox="1">
            <a:spLocks/>
          </p:cNvSpPr>
          <p:nvPr/>
        </p:nvSpPr>
        <p:spPr>
          <a:xfrm>
            <a:off x="565250" y="15956218"/>
            <a:ext cx="9683723" cy="267683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lIns="91440" tIns="45720" rIns="91440" bIns="45720" anchor="t"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sz="1600" b="1"/>
              <a:t>Conclusion </a:t>
            </a:r>
            <a:r>
              <a:rPr lang="en-US" sz="1600"/>
              <a:t>We built an unsupervised anomaly detection pipeline for sensor data, but all models struggled to detect rare failures.</a:t>
            </a:r>
          </a:p>
          <a:p>
            <a:pPr>
              <a:buNone/>
            </a:pPr>
            <a:r>
              <a:rPr lang="en-US" sz="1600"/>
              <a:t>The main issue was the </a:t>
            </a:r>
            <a:r>
              <a:rPr lang="en-US" sz="1600" b="1"/>
              <a:t>extremely imbalanced dataset</a:t>
            </a:r>
            <a:r>
              <a:rPr lang="en-US" sz="1600"/>
              <a:t> — very few BROKEN cases and many tightly clustered NORMAL samples. This made it hard to form meaningful clusters and caused models to show high accuracy while missing actual anomalies.</a:t>
            </a:r>
          </a:p>
          <a:p>
            <a:pPr>
              <a:buNone/>
            </a:pPr>
            <a:r>
              <a:rPr lang="en-US" sz="1600" b="1"/>
              <a:t>Key takeaways: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Isolation Forest performed best but still missed most anomalies.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PCA helped reduce noise.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Accuracy was misleading — recall and precision for anomalies were low.</a:t>
            </a:r>
          </a:p>
          <a:p>
            <a:pPr>
              <a:buNone/>
            </a:pPr>
            <a:endParaRPr lang="en-US" sz="1200"/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 sz="1100">
              <a:latin typeface="Consolas"/>
            </a:endParaRPr>
          </a:p>
          <a:p>
            <a:endParaRPr lang="nb-NO" sz="1100">
              <a:latin typeface="Consolas"/>
            </a:endParaRPr>
          </a:p>
        </p:txBody>
      </p:sp>
      <p:sp>
        <p:nvSpPr>
          <p:cNvPr id="39" name="Undertittel 2">
            <a:extLst>
              <a:ext uri="{FF2B5EF4-FFF2-40B4-BE49-F238E27FC236}">
                <a16:creationId xmlns:a16="http://schemas.microsoft.com/office/drawing/2014/main" id="{2FD7875B-78A4-AB83-3994-B056B6A82CB8}"/>
              </a:ext>
            </a:extLst>
          </p:cNvPr>
          <p:cNvSpPr txBox="1">
            <a:spLocks/>
          </p:cNvSpPr>
          <p:nvPr/>
        </p:nvSpPr>
        <p:spPr>
          <a:xfrm>
            <a:off x="565251" y="6230622"/>
            <a:ext cx="6780781" cy="1917663"/>
          </a:xfrm>
          <a:prstGeom prst="rect">
            <a:avLst/>
          </a:prstGeom>
          <a:solidFill>
            <a:srgbClr val="C9DBFF"/>
          </a:solidFill>
          <a:ln>
            <a:solidFill>
              <a:schemeClr val="tx1"/>
            </a:solidFill>
          </a:ln>
        </p:spPr>
        <p:txBody>
          <a:bodyPr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sz="1600" b="1"/>
              <a:t>2. 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Dropped sensors with excessive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Filled gaps using </a:t>
            </a:r>
            <a:r>
              <a:rPr lang="en-US" sz="1600" b="1"/>
              <a:t>forward-fill</a:t>
            </a:r>
            <a:r>
              <a:rPr lang="en-US" sz="1600"/>
              <a:t>, suitable for time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Applied </a:t>
            </a:r>
            <a:r>
              <a:rPr lang="en-US" sz="1600" b="1" err="1"/>
              <a:t>StandardScaler</a:t>
            </a:r>
            <a:r>
              <a:rPr lang="en-US" sz="1600"/>
              <a:t> for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Removed highly correlated sensors (correlation &gt; 0.99).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70 / 30 train-test split. </a:t>
            </a:r>
          </a:p>
          <a:p>
            <a:endParaRPr lang="nb-NO" sz="1600"/>
          </a:p>
        </p:txBody>
      </p:sp>
      <p:sp>
        <p:nvSpPr>
          <p:cNvPr id="40" name="Undertittel 2">
            <a:extLst>
              <a:ext uri="{FF2B5EF4-FFF2-40B4-BE49-F238E27FC236}">
                <a16:creationId xmlns:a16="http://schemas.microsoft.com/office/drawing/2014/main" id="{4EDF5CE3-43E6-4A02-D6A7-CF15FC293115}"/>
              </a:ext>
            </a:extLst>
          </p:cNvPr>
          <p:cNvSpPr txBox="1">
            <a:spLocks/>
          </p:cNvSpPr>
          <p:nvPr/>
        </p:nvSpPr>
        <p:spPr>
          <a:xfrm>
            <a:off x="551519" y="10417246"/>
            <a:ext cx="6780781" cy="1601803"/>
          </a:xfrm>
          <a:prstGeom prst="rect">
            <a:avLst/>
          </a:prstGeom>
          <a:solidFill>
            <a:srgbClr val="C9DBFF"/>
          </a:solidFill>
          <a:ln>
            <a:solidFill>
              <a:schemeClr val="tx1"/>
            </a:solidFill>
          </a:ln>
        </p:spPr>
        <p:txBody>
          <a:bodyPr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sz="1600" b="1"/>
              <a:t>3. Problem Framing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Treated as an </a:t>
            </a:r>
            <a:r>
              <a:rPr lang="en-US" sz="1600" b="1"/>
              <a:t>unsupervised anomaly detection</a:t>
            </a:r>
            <a:r>
              <a:rPr lang="en-US" sz="1600"/>
              <a:t>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model is trained on unlabeled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Ground truth labels (</a:t>
            </a:r>
            <a:r>
              <a:rPr lang="en-US" sz="1600" err="1"/>
              <a:t>machine_status</a:t>
            </a:r>
            <a:r>
              <a:rPr lang="en-US" sz="1600"/>
              <a:t>) are used only for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We assume most data points are normal, with rare anomalies</a:t>
            </a:r>
          </a:p>
        </p:txBody>
      </p:sp>
      <p:sp>
        <p:nvSpPr>
          <p:cNvPr id="42" name="Undertittel 2">
            <a:extLst>
              <a:ext uri="{FF2B5EF4-FFF2-40B4-BE49-F238E27FC236}">
                <a16:creationId xmlns:a16="http://schemas.microsoft.com/office/drawing/2014/main" id="{9C33300D-C0C3-CBEC-FA8A-36BD68CBE3CC}"/>
              </a:ext>
            </a:extLst>
          </p:cNvPr>
          <p:cNvSpPr txBox="1">
            <a:spLocks/>
          </p:cNvSpPr>
          <p:nvPr/>
        </p:nvSpPr>
        <p:spPr>
          <a:xfrm>
            <a:off x="554545" y="12241029"/>
            <a:ext cx="6780781" cy="1508399"/>
          </a:xfrm>
          <a:prstGeom prst="rect">
            <a:avLst/>
          </a:prstGeom>
          <a:solidFill>
            <a:srgbClr val="C9DBFF"/>
          </a:solidFill>
          <a:ln>
            <a:solidFill>
              <a:schemeClr val="tx1"/>
            </a:solidFill>
          </a:ln>
        </p:spPr>
        <p:txBody>
          <a:bodyPr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5. Tested and best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Isolation Forest: </a:t>
            </a:r>
            <a:r>
              <a:rPr lang="en-US" sz="1600" b="0" i="1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estimators</a:t>
            </a:r>
            <a:r>
              <a:rPr lang="en-US" sz="1600" b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=80, </a:t>
            </a:r>
            <a:r>
              <a:rPr lang="en-US" sz="1600" b="0" i="1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contamination</a:t>
            </a:r>
            <a:r>
              <a:rPr lang="en-US" sz="1600" b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=0.12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Bayesian GMM: </a:t>
            </a:r>
            <a:r>
              <a:rPr lang="en-US" sz="1600" i="1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n_components</a:t>
            </a:r>
            <a:r>
              <a:rPr lang="en-US" sz="1600" b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=3, </a:t>
            </a:r>
            <a:r>
              <a:rPr lang="en-US" sz="1600" b="0" i="1" err="1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weight_concentration_prior</a:t>
            </a:r>
            <a:r>
              <a:rPr lang="en-US" sz="1600" i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K-Means: </a:t>
            </a:r>
            <a:r>
              <a:rPr lang="en-US" sz="1600" i="1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n_clusters</a:t>
            </a:r>
            <a:r>
              <a:rPr lang="en-US" sz="1600" i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=3, </a:t>
            </a:r>
            <a:r>
              <a:rPr lang="en-US" sz="1600" b="0" err="1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sz="1600" b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“k-means++”</a:t>
            </a:r>
            <a:endParaRPr lang="nb-NO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nb-NO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Undertittel 2">
            <a:extLst>
              <a:ext uri="{FF2B5EF4-FFF2-40B4-BE49-F238E27FC236}">
                <a16:creationId xmlns:a16="http://schemas.microsoft.com/office/drawing/2014/main" id="{D508B9D5-ED70-A963-C508-AAE86310244B}"/>
              </a:ext>
            </a:extLst>
          </p:cNvPr>
          <p:cNvSpPr txBox="1">
            <a:spLocks/>
          </p:cNvSpPr>
          <p:nvPr/>
        </p:nvSpPr>
        <p:spPr>
          <a:xfrm>
            <a:off x="7577875" y="4510491"/>
            <a:ext cx="6780781" cy="1151204"/>
          </a:xfrm>
          <a:prstGeom prst="rect">
            <a:avLst/>
          </a:prstGeom>
          <a:solidFill>
            <a:srgbClr val="C9DBFF"/>
          </a:solidFill>
          <a:ln>
            <a:solidFill>
              <a:schemeClr val="tx1"/>
            </a:solidFill>
          </a:ln>
        </p:spPr>
        <p:txBody>
          <a:bodyPr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b="1"/>
              <a:t>5.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Metrics used: </a:t>
            </a:r>
            <a:r>
              <a:rPr lang="en-US" b="1"/>
              <a:t>Precision, Recall, F1-score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Visualized results using </a:t>
            </a:r>
            <a:r>
              <a:rPr lang="en-US" b="1"/>
              <a:t>Confusion Matrix</a:t>
            </a:r>
            <a:r>
              <a:rPr lang="en-US"/>
              <a:t> and </a:t>
            </a:r>
            <a:r>
              <a:rPr lang="en-US" b="1"/>
              <a:t>t-SNE</a:t>
            </a:r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6681A3A-E30A-EA1D-F9DF-DB34FC8C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49" y="8229705"/>
            <a:ext cx="6789061" cy="2080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606870-2808-8239-0369-95B606152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290" y="8552291"/>
            <a:ext cx="2674529" cy="2462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C5BCB6-1129-B29B-91CD-9BF7128DE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802558"/>
              </p:ext>
            </p:extLst>
          </p:nvPr>
        </p:nvGraphicFramePr>
        <p:xfrm>
          <a:off x="558727" y="13912086"/>
          <a:ext cx="1390688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77">
                  <a:extLst>
                    <a:ext uri="{9D8B030D-6E8A-4147-A177-3AD203B41FA5}">
                      <a16:colId xmlns:a16="http://schemas.microsoft.com/office/drawing/2014/main" val="3191089614"/>
                    </a:ext>
                  </a:extLst>
                </a:gridCol>
                <a:gridCol w="2781377">
                  <a:extLst>
                    <a:ext uri="{9D8B030D-6E8A-4147-A177-3AD203B41FA5}">
                      <a16:colId xmlns:a16="http://schemas.microsoft.com/office/drawing/2014/main" val="282338827"/>
                    </a:ext>
                  </a:extLst>
                </a:gridCol>
                <a:gridCol w="2781377">
                  <a:extLst>
                    <a:ext uri="{9D8B030D-6E8A-4147-A177-3AD203B41FA5}">
                      <a16:colId xmlns:a16="http://schemas.microsoft.com/office/drawing/2014/main" val="4120793696"/>
                    </a:ext>
                  </a:extLst>
                </a:gridCol>
                <a:gridCol w="2664321">
                  <a:extLst>
                    <a:ext uri="{9D8B030D-6E8A-4147-A177-3AD203B41FA5}">
                      <a16:colId xmlns:a16="http://schemas.microsoft.com/office/drawing/2014/main" val="2763043072"/>
                    </a:ext>
                  </a:extLst>
                </a:gridCol>
                <a:gridCol w="2898433">
                  <a:extLst>
                    <a:ext uri="{9D8B030D-6E8A-4147-A177-3AD203B41FA5}">
                      <a16:colId xmlns:a16="http://schemas.microsoft.com/office/drawing/2014/main" val="2170993105"/>
                    </a:ext>
                  </a:extLst>
                </a:gridCol>
              </a:tblGrid>
              <a:tr h="4176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85579"/>
                  </a:ext>
                </a:extLst>
              </a:tr>
              <a:tr h="417605">
                <a:tc>
                  <a:txBody>
                    <a:bodyPr/>
                    <a:lstStyle/>
                    <a:p>
                      <a:r>
                        <a:rPr lang="en-US"/>
                        <a:t>Isolation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84908"/>
                  </a:ext>
                </a:extLst>
              </a:tr>
              <a:tr h="428047">
                <a:tc>
                  <a:txBody>
                    <a:bodyPr/>
                    <a:lstStyle/>
                    <a:p>
                      <a:r>
                        <a:rPr lang="en-US"/>
                        <a:t>Bayesian GMM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452915"/>
                  </a:ext>
                </a:extLst>
              </a:tr>
              <a:tr h="417605">
                <a:tc>
                  <a:txBody>
                    <a:bodyPr/>
                    <a:lstStyle/>
                    <a:p>
                      <a:r>
                        <a:rPr lang="en-US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364409"/>
                  </a:ext>
                </a:extLst>
              </a:tr>
            </a:tbl>
          </a:graphicData>
        </a:graphic>
      </p:graphicFrame>
      <p:sp>
        <p:nvSpPr>
          <p:cNvPr id="7" name="Undertittel 2">
            <a:extLst>
              <a:ext uri="{FF2B5EF4-FFF2-40B4-BE49-F238E27FC236}">
                <a16:creationId xmlns:a16="http://schemas.microsoft.com/office/drawing/2014/main" id="{20A9901B-2569-E6AC-5A5F-B953AC9CB34A}"/>
              </a:ext>
            </a:extLst>
          </p:cNvPr>
          <p:cNvSpPr txBox="1">
            <a:spLocks/>
          </p:cNvSpPr>
          <p:nvPr/>
        </p:nvSpPr>
        <p:spPr>
          <a:xfrm>
            <a:off x="10457012" y="15956217"/>
            <a:ext cx="4008598" cy="2676839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tx1"/>
            </a:solidFill>
          </a:ln>
        </p:spPr>
        <p:txBody>
          <a:bodyPr lIns="91440" tIns="45720" rIns="91440" bIns="45720" anchor="t"/>
          <a:lstStyle>
            <a:lvl1pPr marL="0" indent="0" algn="l" defTabSz="2086088" rtl="0" fontAlgn="base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4670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6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419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5500">
                <a:solidFill>
                  <a:schemeClr val="tx1"/>
                </a:solidFill>
                <a:latin typeface="+mn-lt"/>
                <a:ea typeface="+mn-ea"/>
              </a:defRPr>
            </a:lvl3pPr>
            <a:lvl4pPr marL="194012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4pPr>
            <a:lvl5pPr marL="2586838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5pPr>
            <a:lvl6pPr marL="3233547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6pPr>
            <a:lvl7pPr marL="388025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7pPr>
            <a:lvl8pPr marL="4526966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8pPr>
            <a:lvl9pPr marL="5173675" indent="0" algn="ctr" defTabSz="2086088" rtl="0" fontAlgn="base">
              <a:spcBef>
                <a:spcPct val="20000"/>
              </a:spcBef>
              <a:spcAft>
                <a:spcPct val="0"/>
              </a:spcAft>
              <a:buNone/>
              <a:defRPr sz="4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sz="2000" b="1"/>
              <a:t>Recommendations: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Try </a:t>
            </a:r>
            <a:r>
              <a:rPr lang="en-US" sz="2000" b="1"/>
              <a:t>semi-supervised</a:t>
            </a:r>
            <a:r>
              <a:rPr lang="en-US" sz="2000"/>
              <a:t> methods or anomaly-aware models like autoencoders.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Address </a:t>
            </a:r>
            <a:r>
              <a:rPr lang="en-US" sz="2000" b="1"/>
              <a:t>class imbalance</a:t>
            </a:r>
            <a:r>
              <a:rPr lang="en-US" sz="2000"/>
              <a:t> and explore time-based features or domain knowledge.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 sz="1100">
              <a:latin typeface="Consolas"/>
            </a:endParaRPr>
          </a:p>
          <a:p>
            <a:endParaRPr lang="nb-NO" sz="1100">
              <a:latin typeface="Consola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3CD321-4150-0C45-AC26-8C6C2D58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348" y="5842273"/>
            <a:ext cx="3103301" cy="2446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8630EF-C889-87D8-052A-09CC61CF1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348" y="8569064"/>
            <a:ext cx="3103300" cy="2446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7A70F9-BA0F-2B66-F41C-48C81A66D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6348" y="11205862"/>
            <a:ext cx="3103300" cy="2446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C8D20E-D344-F45B-F672-940DB86844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3291" y="5824353"/>
            <a:ext cx="2674529" cy="2405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1C8D52-6328-A5B0-BDDE-14E90E8E40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3290" y="11231347"/>
            <a:ext cx="2674529" cy="2296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-tema">
  <a:themeElements>
    <a:clrScheme name="NTNU FARGER UU">
      <a:dk1>
        <a:srgbClr val="000000"/>
      </a:dk1>
      <a:lt1>
        <a:srgbClr val="FFFFFF"/>
      </a:lt1>
      <a:dk2>
        <a:srgbClr val="014693"/>
      </a:dk2>
      <a:lt2>
        <a:srgbClr val="D6D7D6"/>
      </a:lt2>
      <a:accent1>
        <a:srgbClr val="B6C8E9"/>
      </a:accent1>
      <a:accent2>
        <a:srgbClr val="014693"/>
      </a:accent2>
      <a:accent3>
        <a:srgbClr val="BCD024"/>
      </a:accent3>
      <a:accent4>
        <a:srgbClr val="B01B81"/>
      </a:accent4>
      <a:accent5>
        <a:srgbClr val="F7D019"/>
      </a:accent5>
      <a:accent6>
        <a:srgbClr val="ED8013"/>
      </a:accent6>
      <a:hlink>
        <a:srgbClr val="3D2A68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b-NO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b-NO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Office-t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385</Words>
  <Application>Microsoft Macintosh PowerPoint</Application>
  <PresentationFormat>Custom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Consolas</vt:lpstr>
      <vt:lpstr>Times</vt:lpstr>
      <vt:lpstr>Office-tema</vt:lpstr>
      <vt:lpstr>PowerPoint Presentation</vt:lpstr>
    </vt:vector>
  </TitlesOfParts>
  <Company>֊쀀֧盼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Kolbjørn Skarpnes</dc:creator>
  <cp:lastModifiedBy>Elisabella Hjelpdahl</cp:lastModifiedBy>
  <cp:revision>1</cp:revision>
  <dcterms:created xsi:type="dcterms:W3CDTF">2005-09-12T12:20:33Z</dcterms:created>
  <dcterms:modified xsi:type="dcterms:W3CDTF">2025-03-26T12:46:33Z</dcterms:modified>
</cp:coreProperties>
</file>